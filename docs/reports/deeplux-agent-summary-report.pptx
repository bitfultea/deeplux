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0"/>
            <a:ext cx="475488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icrosoft YaHei"/>
              </a:rPr>
              <a:t>DeepLux Agent 功能总结汇报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450592"/>
            <a:ext cx="6309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CBD5E1"/>
                </a:solidFill>
                <a:latin typeface="Microsoft YaHei"/>
              </a:rPr>
              <a:t>受控智能助手：可对话、可确认、可审计、可撤销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376672"/>
            <a:ext cx="6035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BD5E1"/>
                </a:solidFill>
                <a:latin typeface="Microsoft YaHei"/>
              </a:rPr>
              <a:t>项目：DeepLux Vision  |  日期：2026-06-29  |  汇报对象：Agent 功能阶段总结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097280"/>
            <a:ext cx="3474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09560" y="1097280"/>
            <a:ext cx="50800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8" y="1216152"/>
            <a:ext cx="31272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一句话结论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8" y="1572768"/>
            <a:ext cx="31272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Agent 已从“能执行命令”收敛为“只能调用白名单工具”的受控协作者。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487168"/>
            <a:ext cx="3474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09560" y="2487168"/>
            <a:ext cx="508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8" y="2606040"/>
            <a:ext cx="31272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当前价值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8" y="2962656"/>
            <a:ext cx="31272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降低重复操作成本，保留人工确认、审计和撤销能力。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3886200"/>
            <a:ext cx="3474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9560" y="3886200"/>
            <a:ext cx="50800" cy="10972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0728" y="4005072"/>
            <a:ext cx="31272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边界原则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8" y="4361688"/>
            <a:ext cx="31272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不把 LLM 接到 bash；写操作走权限、确认和 undo。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1. 功能定位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Microsoft YaHei"/>
              </a:rPr>
              <a:t>Agent 不是“自动脚本执行器”，而是 DeepLux GUI 的受控协作层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52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16768" y="6428232"/>
            <a:ext cx="960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Microsoft YaHe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50800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30358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面向用户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92808"/>
            <a:ext cx="3035808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自然语言描述意图</a:t>
            </a:r>
          </a:p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图片/流程上下文辅助理解</a:t>
            </a:r>
          </a:p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在底部 Agent 对话 tab 交互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383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417320"/>
            <a:ext cx="50800" cy="1508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536192"/>
            <a:ext cx="30358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面向系统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1892808"/>
            <a:ext cx="3035808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读取项目、插件、流程状态</a:t>
            </a:r>
          </a:p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通过 ToolSchema 调用内部能力</a:t>
            </a:r>
          </a:p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和终端、日志保持可见但不混用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17320"/>
            <a:ext cx="3383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417320"/>
            <a:ext cx="50800" cy="1508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536192"/>
            <a:ext cx="30358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面向安全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1892808"/>
            <a:ext cx="3035808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权限等级限制动作面</a:t>
            </a:r>
          </a:p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危险工具显式标记</a:t>
            </a:r>
          </a:p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所有关键写操作可审计、可撤销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6576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Microsoft YaHei"/>
              </a:rPr>
              <a:t>汇报口径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977639"/>
            <a:ext cx="10698480" cy="16459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  <a:latin typeface="Microsoft YaHei"/>
              </a:defRPr>
            </a:pPr>
            <a:r>
              <a:t>核心目标：让 Agent 帮用户操作 DeepLux，但不绕过 GUI/项目模型/权限系统。</a:t>
            </a:r>
          </a:p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  <a:latin typeface="Microsoft YaHei"/>
              </a:defRPr>
            </a:pPr>
            <a:r>
              <a:t>技术路线：LLM 只产生结构化 tool call；DeepLux 负责校验、确认、执行和记录。</a:t>
            </a:r>
          </a:p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  <a:latin typeface="Microsoft YaHei"/>
              </a:defRPr>
            </a:pPr>
            <a:r>
              <a:t>当前阶段：基础链路和安全闭环已搭好，下一步重点是真实 IPC 环境验证和失败重试体验。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2. 用户入口与界面形态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Microsoft YaHei"/>
              </a:rPr>
              <a:t>Agent 入口保留在底部区域，靠近日志、终端和运行反馈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52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16768" y="6428232"/>
            <a:ext cx="960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Microsoft YaHei"/>
              </a:rPr>
              <a:t>03</a:t>
            </a:r>
          </a:p>
        </p:txBody>
      </p:sp>
      <p:pic>
        <p:nvPicPr>
          <p:cNvPr id="7" name="Picture 6" descr="05-bottom-agent-chat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38739"/>
            <a:ext cx="6583680" cy="450056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" y="1338739"/>
            <a:ext cx="6583680" cy="4500562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52360" y="1417320"/>
            <a:ext cx="3977639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2360" y="1417320"/>
            <a:ext cx="5080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53528" y="1536192"/>
            <a:ext cx="36301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Agent 对话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3528" y="1892808"/>
            <a:ext cx="363016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主入口：用户提问、上传图片、查看回复和工具预览。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651760"/>
            <a:ext cx="3977639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2651760"/>
            <a:ext cx="50800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53528" y="2770632"/>
            <a:ext cx="36301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Agent 日志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8" y="3127248"/>
            <a:ext cx="363016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审计入口：记录动作、参数、结果，并提供“撤销最近操作”。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3886200"/>
            <a:ext cx="3977639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3886200"/>
            <a:ext cx="50800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53528" y="4005072"/>
            <a:ext cx="36301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终端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3528" y="4361688"/>
            <a:ext cx="363016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人类用户的真实 shell；Agent 不经由这里执行任意命令。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5257800"/>
            <a:ext cx="3703320" cy="7315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设计收益：不挤占主画布，确认卡与对话上下文相邻，适合机器视觉工作流。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3. 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Microsoft YaHei"/>
              </a:rPr>
              <a:t>把“对话、协议、权限、执行、审计”拆成几个明确边界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52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16768" y="6428232"/>
            <a:ext cx="960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Microsoft YaHe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169164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MainWindow
底部 tabs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508760"/>
            <a:ext cx="1691640" cy="73152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AgentChatPanel
对话/预览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9192" y="1874520"/>
            <a:ext cx="15544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349240" y="1508760"/>
            <a:ext cx="1691640" cy="7315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AgentController
状态/权限/循环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48072" y="1874520"/>
            <a:ext cx="15544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26679" y="1508760"/>
            <a:ext cx="1691640" cy="7315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AgentActor
执行工具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25511" y="1874520"/>
            <a:ext cx="15544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21240" y="1508760"/>
            <a:ext cx="1691640" cy="7315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Project/Flow
业务模型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720072" y="1874520"/>
            <a:ext cx="15544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94360" y="3108960"/>
            <a:ext cx="192024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TerminalWidget
真实 PTY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3108960"/>
            <a:ext cx="192024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TerminalBridge
GUI 日志镜像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3108960"/>
            <a:ext cx="192024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AgentBridge
JSON IPC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14600" y="3419856"/>
            <a:ext cx="5029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37760" y="3419856"/>
            <a:ext cx="54864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446520" y="2240280"/>
            <a:ext cx="0" cy="86868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4617720"/>
            <a:ext cx="10789920" cy="10515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  <a:latin typeface="Microsoft YaHei"/>
              </a:defRPr>
            </a:pPr>
            <a:r>
              <a:t>关键分离：终端服务人类；AgentBridge 服务外部 Agent；AgentActor 才能触碰业务模型。</a:t>
            </a:r>
          </a:p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  <a:latin typeface="Microsoft YaHei"/>
              </a:defRPr>
            </a:pPr>
            <a:r>
              <a:t>这样保留了自动化能力，也把危险面压缩到 ToolSchema 和权限策略里。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4. 运行流程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Microsoft YaHei"/>
              </a:rPr>
              <a:t>一轮 Agent 交互从用户消息开始，到工具执行和下一轮思考结束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52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16768" y="6428232"/>
            <a:ext cx="960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Microsoft YaHe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1463040" cy="7132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用户消息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84248" y="1911095"/>
            <a:ext cx="2743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04872" y="1554480"/>
            <a:ext cx="1463040" cy="71323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LLM 回复
含 tool calls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86200" y="1911095"/>
            <a:ext cx="2743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06824" y="1554480"/>
            <a:ext cx="1463040" cy="71323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权限判断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88152" y="1911095"/>
            <a:ext cx="2743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08776" y="1554480"/>
            <a:ext cx="1463040" cy="71323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确认卡
或直接执行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90104" y="1911095"/>
            <a:ext cx="2743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10728" y="1554480"/>
            <a:ext cx="1463040" cy="71323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AgentActor
执行/记录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92056" y="1911095"/>
            <a:ext cx="2743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012680" y="1554480"/>
            <a:ext cx="1463040" cy="71323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tool 结果
回写对话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2608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926080"/>
            <a:ext cx="5080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044952"/>
            <a:ext cx="30358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Observer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401568"/>
            <a:ext cx="303580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只读工具可用；写操作被拒绝或仅展示。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292608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2926080"/>
            <a:ext cx="50800" cy="13716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8" y="3044952"/>
            <a:ext cx="30358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Advisor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3401568"/>
            <a:ext cx="303580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默认等级；写操作进入待确认状态。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292608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2926080"/>
            <a:ext cx="50800" cy="1371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8" y="3044952"/>
            <a:ext cx="30358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Autopilot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3401568"/>
            <a:ext cx="303580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安全写操作可直接执行；危险工具仍需确认。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983480"/>
            <a:ext cx="10287000" cy="7772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64748B"/>
                </a:solidFill>
                <a:latin typeface="Microsoft YaHei"/>
              </a:defRPr>
            </a:pPr>
            <a:r>
              <a:t>状态机保持简单：Idle、Thinking、Confirming、Executing。当前没有额外 busy 布尔锁，减少状态不同步风险。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5. 安全边界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Microsoft YaHei"/>
              </a:rPr>
              <a:t>Agent 的能力来自白名单工具，不来自 shell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52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16768" y="6428232"/>
            <a:ext cx="960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Microsoft YaHe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50800" cy="1143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36192"/>
            <a:ext cx="31272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拒绝 execute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92808"/>
            <a:ext cx="312724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AgentBridge 对 execute 返回 deprecated error；不允许任意 bash 命令。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50800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536192"/>
            <a:ext cx="31272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白名单 ToolSchema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892808"/>
            <a:ext cx="312724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工具名、参数、必填项、枚举值、危险标记都在 C++ 注册表中定义。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50800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536192"/>
            <a:ext cx="31272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确认与撤销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892808"/>
            <a:ext cx="312724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写操作走权限确认；可撤销动作进入 undo stack。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97180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2971800"/>
            <a:ext cx="50800" cy="1143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090672"/>
            <a:ext cx="31272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循环限制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3447288"/>
            <a:ext cx="312724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单轮最多 10 个 tool calls，自动工具循环最多 20 轮。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297180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2971800"/>
            <a:ext cx="50800" cy="1143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3090672"/>
            <a:ext cx="31272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参数校验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3447288"/>
            <a:ext cx="312724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AgentActor 执行前检查 required 和 enum，业务错误会停止执行。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297180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2971800"/>
            <a:ext cx="50800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8" y="3090672"/>
            <a:ext cx="31272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审计日志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3447288"/>
            <a:ext cx="312724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记录主体、动作、结果、参数，用户可复盘 Agent 行为。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074920"/>
            <a:ext cx="10607040" cy="6400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结论：当前实现把 LLM 的自由文本能力限制在“建议和结构化调用”，真实写入仍由 DeepLux 控制。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6. 工具体系与撤销能力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Microsoft YaHei"/>
              </a:rPr>
              <a:t>ToolSchema 定义能力，AgentActor 执行动作，QUndoStack 保留回退路径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52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16768" y="6428232"/>
            <a:ext cx="960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Microsoft YaHe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920240" cy="6583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ToolSchema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417320"/>
            <a:ext cx="1920240" cy="65836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AgentActor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417320"/>
            <a:ext cx="1920240" cy="6583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Project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1417320"/>
            <a:ext cx="1920240" cy="65836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Undo Stack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97480" y="1746504"/>
            <a:ext cx="5029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257800" y="1746504"/>
            <a:ext cx="5029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18120" y="1746504"/>
            <a:ext cx="5029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2788920"/>
            <a:ext cx="4937760" cy="22402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典型工具：create_project、add_module、remove_module、set_param、connect、run_flow、get_available_plugins。</a:t>
            </a:r>
          </a:p>
          <a:p>
            <a:pPr>
              <a:spcAft>
                <a:spcPts val="6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危险工具：删除、保存、运行等操作会被标记，并触发更严格确认。</a:t>
            </a:r>
          </a:p>
        </p:txBody>
      </p:sp>
      <p:pic>
        <p:nvPicPr>
          <p:cNvPr id="15" name="Picture 14" descr="06-bottom-agent-log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366" y="2743200"/>
            <a:ext cx="3946027" cy="269748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782366" y="2743200"/>
            <a:ext cx="3946027" cy="269748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5559552"/>
            <a:ext cx="507492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0"/>
              </a:spcAft>
              <a:defRPr sz="1250">
                <a:solidFill>
                  <a:srgbClr val="64748B"/>
                </a:solidFill>
                <a:latin typeface="Microsoft YaHei"/>
              </a:defRPr>
            </a:pPr>
            <a:r>
              <a:t>UI 文案已明确为“撤销最近操作”，避免误解为撤销选中历史行。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7. AgentBridge 与终端边界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Microsoft YaHei"/>
              </a:rPr>
              <a:t>终端是真 bash；AgentBridge 是受控 JSON 协议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52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16768" y="6428232"/>
            <a:ext cx="960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Microsoft YaHei"/>
              </a:rPr>
              <a:t>08</a:t>
            </a:r>
          </a:p>
        </p:txBody>
      </p:sp>
      <p:pic>
        <p:nvPicPr>
          <p:cNvPr id="7" name="Picture 6" descr="04-bottom-terminal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286" y="1325880"/>
            <a:ext cx="5417428" cy="3703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20286" y="1325880"/>
            <a:ext cx="5417428" cy="370332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37960" y="1353312"/>
            <a:ext cx="4709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1353312"/>
            <a:ext cx="50800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9128" y="1472184"/>
            <a:ext cx="43616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AgentBridge 接受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8" y="1828800"/>
            <a:ext cx="43616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tool_call、query、subscribe、ping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542032"/>
            <a:ext cx="4709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2542032"/>
            <a:ext cx="50800" cy="960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2660904"/>
            <a:ext cx="43616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AgentBridge 拒绝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3017520"/>
            <a:ext cx="43616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execute：已废弃，防止任意 shell 命令执行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3730752"/>
            <a:ext cx="4709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7960" y="3730752"/>
            <a:ext cx="50800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9128" y="3849624"/>
            <a:ext cx="43616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TerminalBridge 负责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4206240"/>
            <a:ext cx="43616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把 GUI、运行、插件、日志事件镜像到终端；不替 Agent 执行 shell。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32120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0"/>
              </a:spcAft>
              <a:defRPr sz="1350">
                <a:solidFill>
                  <a:srgbClr val="64748B"/>
                </a:solidFill>
                <a:latin typeface="Microsoft YaHei"/>
              </a:defRPr>
            </a:pPr>
            <a:r>
              <a:t>当前截图环境中 QLocalServer listen 受限；代码已在失败时显示 unavailable warning，真实 IPC 仍需在非沙箱桌面环境验证。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8. 当前已实现能力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Microsoft YaHei"/>
              </a:rPr>
              <a:t>基础闭环已经搭好，重点安全项已落到代码和测试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52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16768" y="6428232"/>
            <a:ext cx="960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Microsoft YaHe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50800" cy="4206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4773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GUI 与交互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92808"/>
            <a:ext cx="4773168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底部 Agent 对话 / Agent 日志入口</a:t>
            </a:r>
          </a:p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LLM 对话、图片消息、tool preview</a:t>
            </a:r>
          </a:p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权限等级：Observer / Advisor / Autopilot</a:t>
            </a:r>
          </a:p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待确认工具自动切到 Agent 对话 tab</a:t>
            </a:r>
          </a:p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危险工具标记和 Tool 消息记录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0800" cy="4206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536192"/>
            <a:ext cx="4773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核心与协议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892808"/>
            <a:ext cx="4773168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ToolSchema 白名单与参数校验</a:t>
            </a:r>
          </a:p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AgentActor 写操作 undo stack</a:t>
            </a:r>
          </a:p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AgentBridge JSON 协议处理</a:t>
            </a:r>
          </a:p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execute 明确拒绝，不接入 bash</a:t>
            </a:r>
          </a:p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自动工具循环上限和 tool-call 上限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9. 验证结果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Microsoft YaHei"/>
              </a:rPr>
              <a:t>本阶段不是只改 UI 文案，也补了协议和主窗口测试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52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16768" y="6428232"/>
            <a:ext cx="960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Microsoft YaHe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50800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30358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构建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92808"/>
            <a:ext cx="303580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cmake --build build -j4</a:t>
            </a:r>
          </a:p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结果：通过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417320"/>
            <a:ext cx="50800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536192"/>
            <a:ext cx="30358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全量测试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1892808"/>
            <a:ext cx="303580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ctest --test-dir build --output-on-failure</a:t>
            </a:r>
          </a:p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结果：37/37 通过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1732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417320"/>
            <a:ext cx="50800" cy="14173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536192"/>
            <a:ext cx="30358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截图审核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1892808"/>
            <a:ext cx="303580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capture-ui-screenshots.sh</a:t>
            </a:r>
          </a:p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Agent 对话/日志/终端区域已检查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429000"/>
            <a:ext cx="10469880" cy="16459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新增 AgentBridge 协议测试：execute 拒绝、query、ping、subscribe、tool_call 回调、权限确认流。</a:t>
            </a:r>
          </a:p>
          <a:p>
            <a:pPr>
              <a:spcAft>
                <a:spcPts val="5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MainWindow 测试覆盖：Agent 日志按钮文案、待确认时切换 Agent 对话 tab、Tool 消息包含高风险提示。</a:t>
            </a:r>
          </a:p>
          <a:p>
            <a:pPr>
              <a:spcAft>
                <a:spcPts val="5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格式检查：git diff --check 通过；目标文件尾随空白扫描无匹配。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10. 下一步建议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Microsoft YaHei"/>
              </a:rPr>
              <a:t>不扩大功能面，优先补真实运行链路和失败体验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52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16768" y="6428232"/>
            <a:ext cx="960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Microsoft YaHe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50800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30358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P0：真实 IPC 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92808"/>
            <a:ext cx="303580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在非沙箱桌面环境验证 Unix socket / Named Pipe，并补端到端 smoke test。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417320"/>
            <a:ext cx="50800" cy="1417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536192"/>
            <a:ext cx="30358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P1：失败重试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1892808"/>
            <a:ext cx="303580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LLM 请求失败时，为用户消息提供 retry，不改动核心协议。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1732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417320"/>
            <a:ext cx="50800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536192"/>
            <a:ext cx="30358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P1：慢工具处理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1892808"/>
            <a:ext cx="303580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只有当图像处理或 run_flow 实测卡 UI，再把工具执行切到异步。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3756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337560"/>
            <a:ext cx="50800" cy="14173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56432"/>
            <a:ext cx="30358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P2：更细审计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813048"/>
            <a:ext cx="303580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日志支持筛选、复制参数、跳转到相关模块。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33756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337560"/>
            <a:ext cx="50800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8" y="3456432"/>
            <a:ext cx="30358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P2：能力说明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3813048"/>
            <a:ext cx="303580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在 Agent 设置中展示当前权限、可用工具和危险工具说明。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33756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337560"/>
            <a:ext cx="50800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8" y="3456432"/>
            <a:ext cx="30358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Microsoft YaHei"/>
              </a:rPr>
              <a:t>暂不做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3813048"/>
            <a:ext cx="303580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不接入任意 shell；不加多 Agent 调度；不预先引入复杂异步框架。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532120"/>
            <a:ext cx="10469880" cy="4572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64748B"/>
                </a:solidFill>
                <a:latin typeface="Microsoft YaHei"/>
              </a:defRPr>
            </a:pPr>
            <a:r>
              <a:t>收尾判断：当前 Agent 设计是可控的最小闭环；下一阶段应以真实环境验证和用户体验补洞为主。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